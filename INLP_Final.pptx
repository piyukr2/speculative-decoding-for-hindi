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29.png" ContentType="image/png"/>
  <Override PartName="/ppt/media/image28.png" ContentType="image/png"/>
  <Override PartName="/ppt/media/image27.png" ContentType="image/png"/>
  <Override PartName="/ppt/media/image6.png" ContentType="image/png"/>
  <Override PartName="/ppt/media/image15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2623507-8C82-4D7D-8D5B-1829D8A07D8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679DCC-56F2-4210-8B12-194D7524F96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050C46-5636-4A5D-ADCB-AA1155C0D9E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A6EC026-88B1-4F4A-921F-507F2797C0E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C7EA139-767D-43DA-A1CB-40B3FF4D30A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CAB1FD-A050-4246-BD5A-11BB7299A2A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86B3A75-CE8D-4129-953A-A56C53BBC949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8D6862-1201-4453-8178-948AD42255A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D2B9BD-A853-4FB1-9C66-30E0C1B0D13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399623F-13C6-4155-B014-82EC8FE0C50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36CF8DB-ACC6-4081-98F8-BE3A2DE5361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077F7B2-22DD-4417-A09A-E3497F0047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3379B2-FA95-4EE7-90D6-7CF7AA5FF15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21134B-E364-4374-B1A9-428DDD20428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5D307B-5BF6-4337-A4BC-9C39AE9DE78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1A07EE-DAB3-49C8-9B52-04FB129E6D7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70CCA5-3CD5-40EF-8C0E-51C33B00E16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73D8A0-989A-4AF0-918B-9B49FFF87E6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0A48CE-0D6A-46EF-9A43-3E02C0F78A1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6100F5-8249-4030-B0CF-9FAF3EC5FE3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A876A6-B58D-41FA-BB97-6134FB0C49B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45A990-CD91-495B-B1BC-BBC71955B5A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CDEF06-FEC7-4DD0-A812-F6F6D9B19BD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2"/>
          </p:nvPr>
        </p:nvSpPr>
        <p:spPr>
          <a:xfrm>
            <a:off x="1757160" y="3575520"/>
            <a:ext cx="1627920" cy="20448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25560" bIns="2556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3"/>
          </p:nvPr>
        </p:nvSpPr>
        <p:spPr>
          <a:xfrm>
            <a:off x="3686040" y="3575520"/>
            <a:ext cx="1199160" cy="20448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25560" bIns="2556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7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B1F025-CEC3-4558-A639-5833E682BB88}" type="slidenum">
              <a:rPr b="0" lang="en" sz="7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4"/>
          </p:nvPr>
        </p:nvSpPr>
        <p:spPr>
          <a:xfrm>
            <a:off x="257040" y="3575520"/>
            <a:ext cx="1199160" cy="20448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25560" bIns="2556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64;p15" descr=""/>
          <p:cNvPicPr/>
          <p:nvPr/>
        </p:nvPicPr>
        <p:blipFill>
          <a:blip r:embed="rId1"/>
          <a:stretch/>
        </p:blipFill>
        <p:spPr>
          <a:xfrm>
            <a:off x="0" y="432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33" name="Google Shape;65;p15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66;p15"/>
          <p:cNvSpPr/>
          <p:nvPr/>
        </p:nvSpPr>
        <p:spPr>
          <a:xfrm>
            <a:off x="3161160" y="4659840"/>
            <a:ext cx="2778840" cy="4078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67;p15"/>
          <p:cNvSpPr/>
          <p:nvPr/>
        </p:nvSpPr>
        <p:spPr>
          <a:xfrm>
            <a:off x="912960" y="3896640"/>
            <a:ext cx="760896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Course Instructor : Prof. Manish Shrivastava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Mentor : Bhavya Ram V.    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72;p1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37" name="Google Shape;73;p16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74;p16"/>
          <p:cNvSpPr/>
          <p:nvPr/>
        </p:nvSpPr>
        <p:spPr>
          <a:xfrm>
            <a:off x="6199560" y="4332960"/>
            <a:ext cx="2533680" cy="6123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85;p18" descr=""/>
          <p:cNvPicPr/>
          <p:nvPr/>
        </p:nvPicPr>
        <p:blipFill>
          <a:blip r:embed="rId1"/>
          <a:stretch/>
        </p:blipFill>
        <p:spPr>
          <a:xfrm>
            <a:off x="-120600" y="0"/>
            <a:ext cx="9263880" cy="5142960"/>
          </a:xfrm>
          <a:prstGeom prst="rect">
            <a:avLst/>
          </a:prstGeom>
          <a:ln w="0">
            <a:noFill/>
          </a:ln>
        </p:spPr>
      </p:pic>
      <p:sp>
        <p:nvSpPr>
          <p:cNvPr id="40" name="Google Shape;86;p18"/>
          <p:cNvSpPr/>
          <p:nvPr/>
        </p:nvSpPr>
        <p:spPr>
          <a:xfrm>
            <a:off x="8325000" y="4775760"/>
            <a:ext cx="783000" cy="33984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91;p19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92;p19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79;p17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80;p17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7086600" y="1564200"/>
            <a:ext cx="1418760" cy="42840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3"/>
          <a:stretch/>
        </p:blipFill>
        <p:spPr>
          <a:xfrm>
            <a:off x="5715000" y="1828800"/>
            <a:ext cx="1418760" cy="22860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4"/>
          <a:stretch/>
        </p:blipFill>
        <p:spPr>
          <a:xfrm>
            <a:off x="7615800" y="1528200"/>
            <a:ext cx="685800" cy="22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78;p30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179;p30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3" descr=""/>
          <p:cNvPicPr/>
          <p:nvPr/>
        </p:nvPicPr>
        <p:blipFill>
          <a:blip r:embed="rId1"/>
          <a:stretch/>
        </p:blipFill>
        <p:spPr>
          <a:xfrm>
            <a:off x="15120" y="2160"/>
            <a:ext cx="9143280" cy="5102640"/>
          </a:xfrm>
          <a:prstGeom prst="rect">
            <a:avLst/>
          </a:prstGeom>
          <a:ln w="0">
            <a:noFill/>
          </a:ln>
        </p:spPr>
      </p:pic>
      <p:sp>
        <p:nvSpPr>
          <p:cNvPr id="51" name="Rectangle 54"/>
          <p:cNvSpPr/>
          <p:nvPr/>
        </p:nvSpPr>
        <p:spPr>
          <a:xfrm>
            <a:off x="0" y="4908600"/>
            <a:ext cx="9128520" cy="2282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ectangle 55"/>
          <p:cNvSpPr/>
          <p:nvPr/>
        </p:nvSpPr>
        <p:spPr>
          <a:xfrm>
            <a:off x="8915400" y="0"/>
            <a:ext cx="228240" cy="49082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ectangle 56"/>
          <p:cNvSpPr/>
          <p:nvPr/>
        </p:nvSpPr>
        <p:spPr>
          <a:xfrm>
            <a:off x="0" y="0"/>
            <a:ext cx="9128520" cy="2282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57"/>
          <p:cNvSpPr/>
          <p:nvPr/>
        </p:nvSpPr>
        <p:spPr>
          <a:xfrm>
            <a:off x="15120" y="2160"/>
            <a:ext cx="228240" cy="49082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13;p22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oogle Shape;114;p22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032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115;p22"/>
          <p:cNvSpPr/>
          <p:nvPr/>
        </p:nvSpPr>
        <p:spPr>
          <a:xfrm>
            <a:off x="8223120" y="4973040"/>
            <a:ext cx="920160" cy="1479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4160" bIns="7416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 descr=""/>
          <p:cNvPicPr/>
          <p:nvPr/>
        </p:nvPicPr>
        <p:blipFill>
          <a:blip r:embed="rId1"/>
          <a:stretch/>
        </p:blipFill>
        <p:spPr>
          <a:xfrm>
            <a:off x="237600" y="137880"/>
            <a:ext cx="8668440" cy="486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04;p21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5;p21"/>
          <p:cNvSpPr/>
          <p:nvPr/>
        </p:nvSpPr>
        <p:spPr>
          <a:xfrm>
            <a:off x="18720" y="109800"/>
            <a:ext cx="232560" cy="50259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06;p21"/>
          <p:cNvSpPr/>
          <p:nvPr/>
        </p:nvSpPr>
        <p:spPr>
          <a:xfrm>
            <a:off x="18720" y="0"/>
            <a:ext cx="912456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07;p21"/>
          <p:cNvSpPr/>
          <p:nvPr/>
        </p:nvSpPr>
        <p:spPr>
          <a:xfrm>
            <a:off x="44280" y="4882320"/>
            <a:ext cx="904752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oogle Shape;108;p21"/>
          <p:cNvSpPr/>
          <p:nvPr/>
        </p:nvSpPr>
        <p:spPr>
          <a:xfrm>
            <a:off x="8911080" y="21600"/>
            <a:ext cx="232560" cy="50475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 4" descr=""/>
          <p:cNvPicPr/>
          <p:nvPr/>
        </p:nvPicPr>
        <p:blipFill>
          <a:blip r:embed="rId1"/>
          <a:stretch/>
        </p:blipFill>
        <p:spPr>
          <a:xfrm>
            <a:off x="0" y="28440"/>
            <a:ext cx="9143640" cy="508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20;p23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21;p23"/>
          <p:cNvSpPr/>
          <p:nvPr/>
        </p:nvSpPr>
        <p:spPr>
          <a:xfrm>
            <a:off x="18720" y="109800"/>
            <a:ext cx="232560" cy="50259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22;p23"/>
          <p:cNvSpPr/>
          <p:nvPr/>
        </p:nvSpPr>
        <p:spPr>
          <a:xfrm>
            <a:off x="18720" y="0"/>
            <a:ext cx="912456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123;p23"/>
          <p:cNvSpPr/>
          <p:nvPr/>
        </p:nvSpPr>
        <p:spPr>
          <a:xfrm>
            <a:off x="44280" y="4882320"/>
            <a:ext cx="904752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24;p23"/>
          <p:cNvSpPr/>
          <p:nvPr/>
        </p:nvSpPr>
        <p:spPr>
          <a:xfrm>
            <a:off x="8911080" y="21600"/>
            <a:ext cx="232560" cy="50475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129;p24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130;p24"/>
          <p:cNvSpPr/>
          <p:nvPr/>
        </p:nvSpPr>
        <p:spPr>
          <a:xfrm>
            <a:off x="18720" y="109800"/>
            <a:ext cx="232560" cy="50259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31;p24"/>
          <p:cNvSpPr/>
          <p:nvPr/>
        </p:nvSpPr>
        <p:spPr>
          <a:xfrm>
            <a:off x="18720" y="0"/>
            <a:ext cx="912456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32;p24"/>
          <p:cNvSpPr/>
          <p:nvPr/>
        </p:nvSpPr>
        <p:spPr>
          <a:xfrm>
            <a:off x="44280" y="4928040"/>
            <a:ext cx="9047520" cy="1929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33;p24"/>
          <p:cNvSpPr/>
          <p:nvPr/>
        </p:nvSpPr>
        <p:spPr>
          <a:xfrm>
            <a:off x="8910720" y="21600"/>
            <a:ext cx="232560" cy="50475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Google Shape;134;p24"/>
          <p:cNvCxnSpPr/>
          <p:nvPr/>
        </p:nvCxnSpPr>
        <p:spPr>
          <a:xfrm flipH="1">
            <a:off x="251640" y="4853880"/>
            <a:ext cx="4331160" cy="39240"/>
          </a:xfrm>
          <a:prstGeom prst="straightConnector1">
            <a:avLst/>
          </a:prstGeom>
          <a:ln w="19050">
            <a:solidFill>
              <a:srgbClr val="888888"/>
            </a:solidFill>
            <a:round/>
          </a:ln>
        </p:spPr>
      </p:cxnSp>
      <p:cxnSp>
        <p:nvCxnSpPr>
          <p:cNvPr id="76" name="Google Shape;135;p24"/>
          <p:cNvCxnSpPr/>
          <p:nvPr/>
        </p:nvCxnSpPr>
        <p:spPr>
          <a:xfrm flipV="1">
            <a:off x="274680" y="2817000"/>
            <a:ext cx="2520" cy="2066400"/>
          </a:xfrm>
          <a:prstGeom prst="straightConnector1">
            <a:avLst/>
          </a:prstGeom>
          <a:ln w="19050">
            <a:solidFill>
              <a:srgbClr val="888888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40;p25" descr=""/>
          <p:cNvPicPr/>
          <p:nvPr/>
        </p:nvPicPr>
        <p:blipFill>
          <a:blip r:embed="rId1"/>
          <a:stretch/>
        </p:blipFill>
        <p:spPr>
          <a:xfrm>
            <a:off x="-17640" y="6984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41;p25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42;p25"/>
          <p:cNvSpPr/>
          <p:nvPr/>
        </p:nvSpPr>
        <p:spPr>
          <a:xfrm>
            <a:off x="18720" y="109800"/>
            <a:ext cx="232560" cy="50259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43;p25"/>
          <p:cNvSpPr/>
          <p:nvPr/>
        </p:nvSpPr>
        <p:spPr>
          <a:xfrm>
            <a:off x="18720" y="0"/>
            <a:ext cx="912456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44;p25"/>
          <p:cNvSpPr/>
          <p:nvPr/>
        </p:nvSpPr>
        <p:spPr>
          <a:xfrm>
            <a:off x="44280" y="4882320"/>
            <a:ext cx="9047520" cy="238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45;p25"/>
          <p:cNvSpPr/>
          <p:nvPr/>
        </p:nvSpPr>
        <p:spPr>
          <a:xfrm>
            <a:off x="8991360" y="21600"/>
            <a:ext cx="151920" cy="50475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50;p26" descr=""/>
          <p:cNvPicPr/>
          <p:nvPr/>
        </p:nvPicPr>
        <p:blipFill>
          <a:blip r:embed="rId1"/>
          <a:stretch/>
        </p:blipFill>
        <p:spPr>
          <a:xfrm>
            <a:off x="0" y="2844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151;p26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56;p27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157;p27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62;p28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163;p28" descr=""/>
          <p:cNvPicPr/>
          <p:nvPr/>
        </p:nvPicPr>
        <p:blipFill>
          <a:blip r:embed="rId2"/>
          <a:stretch/>
        </p:blipFill>
        <p:spPr>
          <a:xfrm>
            <a:off x="98640" y="1043280"/>
            <a:ext cx="4961880" cy="359748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164;p28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3"/>
          <a:stretch/>
        </p:blipFill>
        <p:spPr>
          <a:xfrm>
            <a:off x="5329800" y="1275840"/>
            <a:ext cx="980640" cy="252360"/>
          </a:xfrm>
          <a:prstGeom prst="rect">
            <a:avLst/>
          </a:prstGeom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4"/>
          <a:stretch/>
        </p:blipFill>
        <p:spPr>
          <a:xfrm>
            <a:off x="5257800" y="2615400"/>
            <a:ext cx="1143000" cy="29376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5"/>
          <a:stretch/>
        </p:blipFill>
        <p:spPr>
          <a:xfrm>
            <a:off x="5213520" y="4271400"/>
            <a:ext cx="3861360" cy="58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69;p29" descr=""/>
          <p:cNvPicPr/>
          <p:nvPr/>
        </p:nvPicPr>
        <p:blipFill>
          <a:blip r:embed="rId1"/>
          <a:stretch/>
        </p:blipFill>
        <p:spPr>
          <a:xfrm>
            <a:off x="8280" y="49680"/>
            <a:ext cx="9143280" cy="509976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70;p29" descr=""/>
          <p:cNvPicPr/>
          <p:nvPr/>
        </p:nvPicPr>
        <p:blipFill>
          <a:blip r:embed="rId2"/>
          <a:stretch/>
        </p:blipFill>
        <p:spPr>
          <a:xfrm>
            <a:off x="279720" y="725760"/>
            <a:ext cx="4149360" cy="365292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71;p29" descr=""/>
          <p:cNvPicPr/>
          <p:nvPr/>
        </p:nvPicPr>
        <p:blipFill>
          <a:blip r:embed="rId3"/>
          <a:stretch/>
        </p:blipFill>
        <p:spPr>
          <a:xfrm>
            <a:off x="4671720" y="725760"/>
            <a:ext cx="4383720" cy="3287520"/>
          </a:xfrm>
          <a:prstGeom prst="rect">
            <a:avLst/>
          </a:prstGeom>
          <a:ln w="0">
            <a:noFill/>
          </a:ln>
        </p:spPr>
      </p:pic>
      <p:sp>
        <p:nvSpPr>
          <p:cNvPr id="96" name="Google Shape;172;p29"/>
          <p:cNvSpPr/>
          <p:nvPr/>
        </p:nvSpPr>
        <p:spPr>
          <a:xfrm>
            <a:off x="8058960" y="4801320"/>
            <a:ext cx="1083960" cy="319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73;p29"/>
          <p:cNvSpPr/>
          <p:nvPr/>
        </p:nvSpPr>
        <p:spPr>
          <a:xfrm>
            <a:off x="7947720" y="4698000"/>
            <a:ext cx="96696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" sz="1500" spc="-1" strike="noStrike">
                <a:solidFill>
                  <a:srgbClr val="000000"/>
                </a:solidFill>
                <a:latin typeface="Merriweather Medium"/>
                <a:ea typeface="Merriweather Medium"/>
              </a:rPr>
              <a:t>enough.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84;p31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85;p31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90;p32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101" name="Google Shape;191;p32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96;p33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197;p33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02;p34" descr=""/>
          <p:cNvPicPr/>
          <p:nvPr/>
        </p:nvPicPr>
        <p:blipFill>
          <a:blip r:embed="rId1"/>
          <a:stretch/>
        </p:blipFill>
        <p:spPr>
          <a:xfrm>
            <a:off x="0" y="21600"/>
            <a:ext cx="9143280" cy="509976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203;p34"/>
          <p:cNvSpPr/>
          <p:nvPr/>
        </p:nvSpPr>
        <p:spPr>
          <a:xfrm>
            <a:off x="8223120" y="4931280"/>
            <a:ext cx="920160" cy="18972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6" descr=""/>
          <p:cNvPicPr/>
          <p:nvPr/>
        </p:nvPicPr>
        <p:blipFill>
          <a:blip r:embed="rId1"/>
          <a:stretch/>
        </p:blipFill>
        <p:spPr>
          <a:xfrm>
            <a:off x="275760" y="361800"/>
            <a:ext cx="8592480" cy="441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214;p36"/>
          <p:cNvSpPr/>
          <p:nvPr/>
        </p:nvSpPr>
        <p:spPr>
          <a:xfrm>
            <a:off x="-47880" y="0"/>
            <a:ext cx="9191160" cy="5142960"/>
          </a:xfrm>
          <a:prstGeom prst="rect">
            <a:avLst/>
          </a:prstGeom>
          <a:solidFill>
            <a:srgbClr val="fffaf6"/>
          </a:solidFill>
          <a:ln w="9525">
            <a:solidFill>
              <a:srgbClr val="fff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215;p36"/>
          <p:cNvSpPr/>
          <p:nvPr/>
        </p:nvSpPr>
        <p:spPr>
          <a:xfrm>
            <a:off x="102240" y="88560"/>
            <a:ext cx="8855640" cy="49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rgbClr val="000000"/>
                </a:solidFill>
                <a:latin typeface="Arial"/>
                <a:ea typeface="Arial"/>
              </a:rPr>
              <a:t>THANK YOU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Application>LibreOffice/24.2.7.2$Linux_X86_64 LibreOffice_project/420$Build-2</Application>
  <AppVersion>15.0000</AppVersion>
  <Words>17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2026-05-04T11:26:41Z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23</vt:i4>
  </property>
</Properties>
</file>